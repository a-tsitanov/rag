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KB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knowledge base for the enterprise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Milvus + Neo4j + PostgreSQL + Redis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 to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Presentation</dc:title>
  <dc:subject/>
  <dc:creator>Test Author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